
<file path=[Content_Types].xml><?xml version="1.0" encoding="utf-8"?>
<Types xmlns="http://schemas.openxmlformats.org/package/2006/content-types">
  <Default Extension="png" ContentType="image/png"/>
  <Default Extension="jfif" ContentType="image/jpe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556" r:id="rId3"/>
    <p:sldId id="560" r:id="rId4"/>
    <p:sldId id="392" r:id="rId5"/>
    <p:sldId id="396" r:id="rId6"/>
    <p:sldId id="37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EAFB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5068" autoAdjust="0"/>
    <p:restoredTop sz="91677" autoAdjust="0"/>
  </p:normalViewPr>
  <p:slideViewPr>
    <p:cSldViewPr snapToGrid="0">
      <p:cViewPr>
        <p:scale>
          <a:sx n="50" d="100"/>
          <a:sy n="50" d="100"/>
        </p:scale>
        <p:origin x="-56" y="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453279-6AA3-493C-8FBA-220F2985EB2E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A7CB6F-1EC6-4E88-BB90-B62A7FA4EB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9644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6A001-FE84-4C5B-B3E9-3C29329806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D1E335-4EC3-4A3A-9E8B-4384C429A5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DECD76-81D7-4D58-BCE9-33A182AB3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EEF71-2F7E-4DA6-BFF1-3D733D1E8A1F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13355F-4333-48BB-95A3-4EEDCC465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D19DD9-A096-492C-A48C-C88315FD6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F9AF9-ADBC-4E76-AE1A-E514B28604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9272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2C30F2-6F06-4771-AC5C-5DDD33D19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4F2D8F-C2AB-4793-9330-A160CE286D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97422D-3C7C-4423-8BDD-1D140DE976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EEF71-2F7E-4DA6-BFF1-3D733D1E8A1F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463F68-B0AE-4D03-841E-375203E49D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0D4527-9D93-44C5-8AD0-E76E456F31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F9AF9-ADBC-4E76-AE1A-E514B28604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69172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D39D35-A2D8-404F-A5F1-D88CD145A7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D25F04-EC19-4ACA-977B-A719AAC9AF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9B345D-AB9F-4507-B822-0BA41D71C7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EEF71-2F7E-4DA6-BFF1-3D733D1E8A1F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C4FC9A-9867-4767-A7D2-A3CC7AE9ED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6E3F14-5BCC-4EBD-AD33-E2B19B04C6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F9AF9-ADBC-4E76-AE1A-E514B28604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40499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5F4B32-4DB6-479A-B20F-A5AC0CDDAB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F6D3A2-A5C4-470D-8714-8FBE511B50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FACC22-E511-4A38-A5FD-13552F64B0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8FA871-0312-4F27-A57C-9E29718A00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EEF71-2F7E-4DA6-BFF1-3D733D1E8A1F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454EBB-0D74-449A-A7C5-BA059BAA0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F09558-ABC1-4FEA-933D-CA1A456BE3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F9AF9-ADBC-4E76-AE1A-E514B28604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2077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EBEB7F-80C8-43A4-8E90-807D9C1922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F12095-C5A7-485A-8A19-F6626E844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4D4BE0-2314-41FE-90AC-EC9C0CFC4E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DB201EE-61BF-4BBB-842C-92D59F3B11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C812400-28B5-4E91-B313-A20FFEF385A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0F5992E-8866-4E02-8D24-2E45E9C2BE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EEF71-2F7E-4DA6-BFF1-3D733D1E8A1F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175B223-56E9-4E30-9723-F562FA8F8F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A862E3-731F-41CF-BE1B-39A2A8CD82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F9AF9-ADBC-4E76-AE1A-E514B28604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8969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D635E3-DE09-49A7-B086-B26C480C3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3383F54-DEB1-4A0C-87FF-CA00CE7DFD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EEF71-2F7E-4DA6-BFF1-3D733D1E8A1F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AB68F9-1574-477F-8C95-C0D86FD5E0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65F340-694E-4B04-ACCE-4B4E868476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F9AF9-ADBC-4E76-AE1A-E514B28604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10487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834A5DF-AD09-493A-BDB6-6A3ECBCCA6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EEF71-2F7E-4DA6-BFF1-3D733D1E8A1F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5273B11-60BF-4722-9687-B40A4C5C9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982CFE-7DCB-48BD-96BE-052456696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F9AF9-ADBC-4E76-AE1A-E514B28604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23300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BC3449-8D6B-4E3F-806C-04C7434F57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731AC0-6164-4577-9446-06D61E3822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5B7FC0-674F-43C6-81B7-C72264B101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576B59-C96E-4620-BAB4-BF8AA95510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EEF71-2F7E-4DA6-BFF1-3D733D1E8A1F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E78085-5A70-4CBE-A4E4-AC1D2EC9F0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BCDA0F-BD4D-4296-B409-A11C3E140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F9AF9-ADBC-4E76-AE1A-E514B28604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91087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02F956-24AA-4791-A21F-1CBE73F22E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C252DC7-DC1F-4C4A-9AB6-BF835622C3A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7A006B-8C27-4B47-BA8D-4565E54037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AE1E30-9ED4-4CF1-A585-20FAF6326F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EEF71-2F7E-4DA6-BFF1-3D733D1E8A1F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559A66-D3C9-4497-BDDF-8E5A56126F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7DCF1E-D835-4A58-8B96-9859ECE92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F9AF9-ADBC-4E76-AE1A-E514B28604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04889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DCBB30-0797-434F-8E6E-A421CA392D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2E0BF2-E02A-42B0-B9CB-173718401E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B8C753-9D3D-49BD-8D74-BC2F5B9DE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EEF71-2F7E-4DA6-BFF1-3D733D1E8A1F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7724DE-87C0-413B-B67D-A837CCDC99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36D589-9155-4C2E-8942-AF615EE2A8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F9AF9-ADBC-4E76-AE1A-E514B28604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55733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3673F19-A04E-4776-8619-511326C12E3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FFCC09-AA24-4D7B-86F1-4A7F772CE2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092B3E-BFA6-4837-BDA1-AE6795F745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EEF71-2F7E-4DA6-BFF1-3D733D1E8A1F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4BAF76-A8F7-40CC-A8D0-B7C898BCA0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2C672E-E66A-47F7-8501-F45DF1FF7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F9AF9-ADBC-4E76-AE1A-E514B28604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9407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EC936C3-81A7-445F-82C5-91B3DD3A58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488614-3E35-49A0-BB95-C828ACF76D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FADCF5-07DC-42CF-875E-D457C868EB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0EEF71-2F7E-4DA6-BFF1-3D733D1E8A1F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DAD226-64F2-4BAA-A906-44AA737B33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F143C4-3B48-4E41-BA21-CFC407B6F0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8F9AF9-ADBC-4E76-AE1A-E514B28604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30497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fi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96809-512B-409C-B505-A3D06265017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Database Lab 7</a:t>
            </a:r>
            <a:br>
              <a:rPr lang="en-US" dirty="0"/>
            </a:br>
            <a:r>
              <a:rPr lang="en-US" dirty="0"/>
              <a:t>Database Modification</a:t>
            </a:r>
            <a:br>
              <a:rPr lang="en-US" dirty="0"/>
            </a:br>
            <a:r>
              <a:rPr lang="en-US" dirty="0"/>
              <a:t>Addendum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9D31B0-1558-422C-B95B-13B1FAC75D4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Dr. Jefferson Fong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1632A7C-EBF7-4E53-9EA9-2CC2DB727A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7696" y="3397165"/>
            <a:ext cx="3194304" cy="2401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80423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873" y="215029"/>
            <a:ext cx="6061364" cy="897617"/>
          </a:xfrm>
        </p:spPr>
        <p:txBody>
          <a:bodyPr/>
          <a:lstStyle/>
          <a:p>
            <a:r>
              <a:rPr lang="en-US" dirty="0"/>
              <a:t>Announcements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1873" y="1112646"/>
            <a:ext cx="10194136" cy="990474"/>
          </a:xfrm>
        </p:spPr>
        <p:txBody>
          <a:bodyPr>
            <a:normAutofit lnSpcReduction="10000"/>
          </a:bodyPr>
          <a:lstStyle/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3200" dirty="0">
                <a:solidFill>
                  <a:srgbClr val="FF0000"/>
                </a:solidFill>
              </a:rPr>
              <a:t>Assignment 2 </a:t>
            </a:r>
            <a:r>
              <a:rPr lang="en-US" sz="3200" dirty="0"/>
              <a:t>has been released in iSpace.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US" dirty="0"/>
              <a:t>Due Sunday Nov 9, 11:59 pm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endParaRPr lang="en-US" sz="900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677603" y="2434590"/>
            <a:ext cx="9346507" cy="3657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200" dirty="0">
                <a:solidFill>
                  <a:srgbClr val="FF0000"/>
                </a:solidFill>
              </a:rPr>
              <a:t>Project Groups</a:t>
            </a:r>
          </a:p>
          <a:p>
            <a:r>
              <a:rPr lang="en-US" dirty="0"/>
              <a:t>Is in iSpace under Section 1002 / 1005 </a:t>
            </a:r>
          </a:p>
          <a:p>
            <a:r>
              <a:rPr lang="en-US" dirty="0"/>
              <a:t>Every group should have at least 1 or 2 people taken System and Web Development workshop.</a:t>
            </a:r>
          </a:p>
          <a:p>
            <a:pPr lvl="1"/>
            <a:r>
              <a:rPr lang="en-US" dirty="0"/>
              <a:t>Let us know if that’s not so.</a:t>
            </a:r>
          </a:p>
          <a:p>
            <a:r>
              <a:rPr lang="en-US" dirty="0"/>
              <a:t>Project description due Sun Nov 9.</a:t>
            </a:r>
          </a:p>
          <a:p>
            <a:r>
              <a:rPr lang="en-US" dirty="0"/>
              <a:t>Project ER diagram due Sun Nov 23.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24593915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873" y="215029"/>
            <a:ext cx="6061364" cy="897617"/>
          </a:xfrm>
        </p:spPr>
        <p:txBody>
          <a:bodyPr/>
          <a:lstStyle/>
          <a:p>
            <a:r>
              <a:rPr lang="en-US" dirty="0"/>
              <a:t>Announcements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197" y="1525906"/>
            <a:ext cx="4483163" cy="4062866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5" name="Content Placeholder 2"/>
          <p:cNvSpPr txBox="1">
            <a:spLocks/>
          </p:cNvSpPr>
          <p:nvPr/>
        </p:nvSpPr>
        <p:spPr>
          <a:xfrm>
            <a:off x="5847426" y="1525906"/>
            <a:ext cx="5045363" cy="408051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dirty="0"/>
              <a:t>Anyone who cannot attend at that time must apply for official excuse form in order to take the make-up test. 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dirty="0"/>
              <a:t>Closed book, no notes or any electronic devices allowed.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dirty="0"/>
              <a:t>Bring a pen (or two) and your UIC or government issued photo ID card. 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7093321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376D10-B1CB-4D04-B72D-809595BC3A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48640"/>
            <a:ext cx="10515600" cy="562832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Slide 2</a:t>
            </a:r>
          </a:p>
          <a:p>
            <a:r>
              <a:rPr lang="en-US" dirty="0"/>
              <a:t>The file “</a:t>
            </a:r>
            <a:r>
              <a:rPr lang="en-US" b="1" dirty="0">
                <a:solidFill>
                  <a:srgbClr val="00B050"/>
                </a:solidFill>
              </a:rPr>
              <a:t>UIC definition.txt</a:t>
            </a:r>
            <a:r>
              <a:rPr lang="en-US" dirty="0"/>
              <a:t>” contains the solution to last week’s exercise.</a:t>
            </a:r>
          </a:p>
          <a:p>
            <a:pPr lvl="1"/>
            <a:r>
              <a:rPr lang="en-US" dirty="0"/>
              <a:t>Run these SQLs first – copy and paste them to XAMPP.</a:t>
            </a:r>
          </a:p>
          <a:p>
            <a:pPr lvl="1"/>
            <a:r>
              <a:rPr lang="en-US" dirty="0"/>
              <a:t>Check out the tables created.</a:t>
            </a:r>
          </a:p>
          <a:p>
            <a:pPr lvl="1"/>
            <a:endParaRPr lang="en-US" sz="800" dirty="0"/>
          </a:p>
          <a:p>
            <a:r>
              <a:rPr lang="en-US" dirty="0"/>
              <a:t>The folder Data contains Book.txt, Borrow.txt, etc. </a:t>
            </a:r>
          </a:p>
          <a:p>
            <a:pPr lvl="1"/>
            <a:r>
              <a:rPr lang="en-US" dirty="0"/>
              <a:t>These txt files contain data for tables.</a:t>
            </a:r>
          </a:p>
          <a:p>
            <a:pPr lvl="1"/>
            <a:r>
              <a:rPr lang="en-US" dirty="0"/>
              <a:t>You can copy data from these txt files into your </a:t>
            </a:r>
            <a:r>
              <a:rPr lang="en-US" dirty="0">
                <a:solidFill>
                  <a:srgbClr val="FF0000"/>
                </a:solidFill>
              </a:rPr>
              <a:t>insert</a:t>
            </a:r>
            <a:r>
              <a:rPr lang="en-US" dirty="0"/>
              <a:t> statements, so you don’t have to do so much typing.</a:t>
            </a:r>
          </a:p>
          <a:p>
            <a:pPr lvl="1"/>
            <a:r>
              <a:rPr lang="en-US" dirty="0"/>
              <a:t>You can copy the phrases from the txt files.</a:t>
            </a:r>
          </a:p>
          <a:p>
            <a:pPr lvl="1"/>
            <a:r>
              <a:rPr lang="en-US" dirty="0"/>
              <a:t>You </a:t>
            </a:r>
            <a:r>
              <a:rPr lang="en-US" dirty="0">
                <a:solidFill>
                  <a:srgbClr val="FF0000"/>
                </a:solidFill>
              </a:rPr>
              <a:t>cannot</a:t>
            </a:r>
            <a:r>
              <a:rPr lang="en-US" dirty="0"/>
              <a:t> copy </a:t>
            </a:r>
            <a:r>
              <a:rPr lang="en-US" dirty="0">
                <a:solidFill>
                  <a:srgbClr val="FF0000"/>
                </a:solidFill>
              </a:rPr>
              <a:t>quotes</a:t>
            </a:r>
            <a:r>
              <a:rPr lang="en-US" dirty="0"/>
              <a:t> and </a:t>
            </a:r>
            <a:r>
              <a:rPr lang="en-US" dirty="0">
                <a:solidFill>
                  <a:srgbClr val="FF0000"/>
                </a:solidFill>
              </a:rPr>
              <a:t>double-quotes</a:t>
            </a:r>
            <a:r>
              <a:rPr lang="en-US" dirty="0"/>
              <a:t> from </a:t>
            </a:r>
            <a:r>
              <a:rPr lang="en-US" dirty="0">
                <a:solidFill>
                  <a:srgbClr val="FF0000"/>
                </a:solidFill>
              </a:rPr>
              <a:t>Word</a:t>
            </a:r>
            <a:r>
              <a:rPr lang="en-US" dirty="0"/>
              <a:t> and </a:t>
            </a:r>
            <a:r>
              <a:rPr lang="en-US" dirty="0" err="1">
                <a:solidFill>
                  <a:srgbClr val="FF0000"/>
                </a:solidFill>
              </a:rPr>
              <a:t>Powerpoint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into </a:t>
            </a:r>
            <a:r>
              <a:rPr lang="en-US" dirty="0">
                <a:solidFill>
                  <a:srgbClr val="FF0000"/>
                </a:solidFill>
              </a:rPr>
              <a:t>XAMPP</a:t>
            </a:r>
            <a:r>
              <a:rPr lang="en-US" dirty="0"/>
              <a:t>; they are illegal characters in XAMPP.</a:t>
            </a:r>
          </a:p>
          <a:p>
            <a:pPr marL="0" indent="0">
              <a:buNone/>
            </a:pP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41726090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376D10-B1CB-4D04-B72D-809595BC3A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48640"/>
            <a:ext cx="10515600" cy="562832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Slide 3</a:t>
            </a:r>
          </a:p>
          <a:p>
            <a:r>
              <a:rPr lang="en-US" dirty="0"/>
              <a:t>If the </a:t>
            </a:r>
            <a:r>
              <a:rPr lang="en-US" dirty="0">
                <a:solidFill>
                  <a:srgbClr val="FF0000"/>
                </a:solidFill>
              </a:rPr>
              <a:t>schema</a:t>
            </a:r>
            <a:r>
              <a:rPr lang="en-US" dirty="0"/>
              <a:t> (</a:t>
            </a:r>
            <a:r>
              <a:rPr lang="en-US" dirty="0">
                <a:solidFill>
                  <a:srgbClr val="FF0000"/>
                </a:solidFill>
              </a:rPr>
              <a:t>in red</a:t>
            </a:r>
            <a:r>
              <a:rPr lang="en-US" dirty="0"/>
              <a:t>) is left out of the insert statement, the user need to know the default order of the values.</a:t>
            </a:r>
          </a:p>
          <a:p>
            <a:r>
              <a:rPr lang="en-US" dirty="0"/>
              <a:t>Using the schema, the user don’t need to know the default order. The user can change the order.</a:t>
            </a:r>
          </a:p>
          <a:p>
            <a:endParaRPr lang="en-US" sz="800" dirty="0"/>
          </a:p>
          <a:p>
            <a:pPr marL="457200" lvl="1" indent="0">
              <a:buNone/>
            </a:pPr>
            <a:r>
              <a:rPr lang="en-US" dirty="0"/>
              <a:t>INSERT INTO program (</a:t>
            </a:r>
            <a:r>
              <a:rPr lang="en-US" dirty="0" err="1"/>
              <a:t>director_id</a:t>
            </a:r>
            <a:r>
              <a:rPr lang="en-US" dirty="0"/>
              <a:t>, </a:t>
            </a:r>
            <a:r>
              <a:rPr lang="en-US" dirty="0" err="1"/>
              <a:t>p_code</a:t>
            </a:r>
            <a:r>
              <a:rPr lang="en-US" dirty="0"/>
              <a:t>, </a:t>
            </a:r>
            <a:r>
              <a:rPr lang="en-US" dirty="0" err="1"/>
              <a:t>p_name</a:t>
            </a:r>
            <a:r>
              <a:rPr lang="en-US" dirty="0"/>
              <a:t>, division) </a:t>
            </a:r>
          </a:p>
          <a:p>
            <a:pPr marL="457200" lvl="1" indent="0">
              <a:buNone/>
            </a:pPr>
            <a:r>
              <a:rPr lang="en-US" dirty="0"/>
              <a:t>VALUES (NULL, 1005, ‘AI', ‘Computer Science’);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Slide 11</a:t>
            </a:r>
          </a:p>
          <a:p>
            <a:r>
              <a:rPr lang="en-US" dirty="0"/>
              <a:t>A lot of data to enter; do enough so you get the idea.</a:t>
            </a:r>
          </a:p>
        </p:txBody>
      </p:sp>
    </p:spTree>
    <p:extLst>
      <p:ext uri="{BB962C8B-B14F-4D97-AF65-F5344CB8AC3E}">
        <p14:creationId xmlns:p14="http://schemas.microsoft.com/office/powerpoint/2010/main" val="41538070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Content Placeholder 2">
            <a:extLst>
              <a:ext uri="{FF2B5EF4-FFF2-40B4-BE49-F238E27FC236}">
                <a16:creationId xmlns:a16="http://schemas.microsoft.com/office/drawing/2014/main" id="{7185031B-8265-4F1B-A92F-819216077F64}"/>
              </a:ext>
            </a:extLst>
          </p:cNvPr>
          <p:cNvSpPr txBox="1">
            <a:spLocks/>
          </p:cNvSpPr>
          <p:nvPr/>
        </p:nvSpPr>
        <p:spPr>
          <a:xfrm>
            <a:off x="965486" y="464024"/>
            <a:ext cx="10483849" cy="59941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marL="0" indent="0">
              <a:buNone/>
            </a:pPr>
            <a:endParaRPr lang="en-US" sz="8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1625" y="881062"/>
            <a:ext cx="9048750" cy="5095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95170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7983</TotalTime>
  <Words>337</Words>
  <Application>Microsoft Office PowerPoint</Application>
  <PresentationFormat>Widescreen</PresentationFormat>
  <Paragraphs>39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Database Lab 7 Database Modification Addendum</vt:lpstr>
      <vt:lpstr>Announcements</vt:lpstr>
      <vt:lpstr>Announcements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Database Addendum Chapter 1</dc:title>
  <dc:creator>j f</dc:creator>
  <cp:lastModifiedBy>UIC</cp:lastModifiedBy>
  <cp:revision>811</cp:revision>
  <dcterms:created xsi:type="dcterms:W3CDTF">2021-08-02T03:54:37Z</dcterms:created>
  <dcterms:modified xsi:type="dcterms:W3CDTF">2025-10-28T03:09:11Z</dcterms:modified>
</cp:coreProperties>
</file>